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25D-492F-8810-BCDF408CD799}"/>
              </c:ext>
            </c:extLst>
          </c:dPt>
          <c:dPt>
            <c:idx val="1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25D-492F-8810-BCDF408CD79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SVM (TF-IDF)</c:v>
                </c:pt>
                <c:pt idx="1">
                  <c:v>BERT (DistilBERT)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87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5D-492F-8810-BCDF408CD7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D1E0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5A-4A96-947B-DE3201747E84}"/>
              </c:ext>
            </c:extLst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B5A-4A96-947B-DE3201747E84}"/>
              </c:ext>
            </c:extLst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B5A-4A96-947B-DE3201747E84}"/>
              </c:ext>
            </c:extLst>
          </c:dPt>
          <c:dPt>
            <c:idx val="3"/>
            <c:invertIfNegative val="0"/>
            <c:bubble3D val="0"/>
            <c:spPr>
              <a:solidFill>
                <a:srgbClr val="5EEA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5A-4A96-947B-DE3201747E84}"/>
              </c:ext>
            </c:extLst>
          </c:dPt>
          <c:dPt>
            <c:idx val="4"/>
            <c:invertIfNegative val="0"/>
            <c:bubble3D val="0"/>
            <c:spPr>
              <a:solidFill>
                <a:srgbClr val="99F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5A-4A96-947B-DE3201747E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Snacks</c:v>
                </c:pt>
                <c:pt idx="1">
                  <c:v>Beverages</c:v>
                </c:pt>
                <c:pt idx="2">
                  <c:v>Pet Food</c:v>
                </c:pt>
                <c:pt idx="3">
                  <c:v>Health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88</c:v>
                </c:pt>
                <c:pt idx="2">
                  <c:v>84</c:v>
                </c:pt>
                <c:pt idx="3">
                  <c:v>86</c:v>
                </c:pt>
                <c:pt idx="4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B5A-4A96-947B-DE3201747E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15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6EC6BE"/>
                </a:solidFill>
              </a:rPr>
              <a:t>PREDICTIVE ANALYTICS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Sentiment Analysis of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Product Reviews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4612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AAEC9"/>
                </a:solidFill>
              </a:rPr>
              <a:t>Team Members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Keerthana VK  |  253010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105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Fidal Govind   |  253129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</a:rPr>
              <a:t>Adhithya SB    |  253314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73152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371600" cy="1371600"/>
          </a:xfrm>
          <a:prstGeom prst="ellipse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04088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i="1" dirty="0">
                <a:solidFill>
                  <a:srgbClr val="4A5568"/>
                </a:solidFill>
              </a:rPr>
              <a:t>With millions of product reviews generated online daily, manually identifying customer sentiment is infeasible. Businesses need automated systems to understand customer opinions at scale.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34747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analysis is time-consuming and error-prone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text data is difficult to quantify for business decisions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classify reviews as Positive, Negative, or Neutral automatically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keyword-based methods lack contextual understanding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require real-time, scalable sentiment classification pipelines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307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2527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</a:rPr>
              <a:t>Build a pipeline to classify product review sentiment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214884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2585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</a:rPr>
              <a:t>Compare SVM (traditional ML) and BERT (transformer-based) approaches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33192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2644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</a:rPr>
              <a:t>Perform category-wise sentiment analysis across product types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54880" y="13075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49240" y="12527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</a:rPr>
              <a:t>Evaluate models using accuracy, precision, recall, and F1-score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148840"/>
            <a:ext cx="50292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23134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22585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</a:rPr>
              <a:t>Deploy the system via a user-friendly web interface (Streamlit/Flask)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Dataset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12618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Amazon Fine Food Reviews (Kaggle)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92808"/>
            <a:ext cx="8503920" cy="658368"/>
          </a:xfrm>
          <a:prstGeom prst="rect">
            <a:avLst/>
          </a:prstGeom>
          <a:solidFill>
            <a:srgbClr val="EBF4F7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Total Records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20116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568,454 reviews (sampled: 20,000)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64261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Features Used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76148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Review Text, Star Score (1–5)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392424"/>
            <a:ext cx="8503920" cy="658368"/>
          </a:xfrm>
          <a:prstGeom prst="rect">
            <a:avLst/>
          </a:prstGeom>
          <a:solidFill>
            <a:srgbClr val="EBF4F7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5112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Sentiment Labels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351129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Positive (&gt;3), Neutral (=3), Negative (&lt;3)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" y="414223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426110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Train / Test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834640" y="426110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</a:rPr>
              <a:t>80% Training  |  20% Testing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Preprocessing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80160" y="1207008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280160" y="12984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Lowercasing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042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All text converted to lowercase for uniform representation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206240" y="1207008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06240" y="12984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Symbol Removal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3042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Special characters, numbers, and punctuation removed using regex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132320" y="1207008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132320" y="12984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Stopword Removal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23042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Common English stopwords removed using NLTK corpus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280160" y="2944368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280160" y="30358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576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TF-IDF Vectorization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4041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Text converted to numerical features (top 5,000 terms)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206240" y="2944368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06240" y="303580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29184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</a:rPr>
              <a:t>Train-Test Split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40416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</a:rPr>
              <a:t>Dataset split: 80% train, 20% test (random_state=42)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Models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161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SVM  (Support Vector Machine)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Vectorization: TF-IDF (5,000 features)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Model: LinearSVC (sklearn)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Fast to train, computationally efficient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Suitable for large datasets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Model saved as .pkl file for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02336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02336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161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BERT  (Transformer Model)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749040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Model: DistilBERT via HuggingFace pipeline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Pre-trained on large text corpora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Understands context and semantics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Text truncated to 512 tokens per review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</a:rPr>
              <a:t>Computationally heavy; evaluated on sample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Model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143000"/>
            <a:ext cx="32004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ECE9"/>
                </a:solidFill>
              </a:rPr>
              <a:t>SVM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~87%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5029200" y="1143000"/>
            <a:ext cx="320040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ECE9"/>
                </a:solidFill>
              </a:rPr>
              <a:t>BERT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</a:rPr>
              <a:t>~92%</a:t>
            </a:r>
            <a:endParaRPr lang="en-US" sz="4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57200" y="2651760"/>
          <a:ext cx="82296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Category-wise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</a:rPr>
              <a:t>SVM model evaluated across 5 product categories derived from review text keywords: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41732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417320"/>
            <a:ext cx="32461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66928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920240"/>
            <a:ext cx="3063240" cy="26517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Beverages had the highest accuracy (88%)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Pet Food &amp; Snacks had most data volume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"Other" category is broader and noisier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Neutral reviews were hardest across all categories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</a:rPr>
              <a:t>Overall performance consistent (83–88%)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A5568"/>
                </a:solidFill>
              </a:rPr>
              <a:t>The trained SVM model is saved and served via a web application for real-time user interaction.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206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2062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Streamlit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3840480" cy="2514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Simple Python-based UI framework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Input box → predict sentiment on click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Displays result with confidence level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Fast prototyping, no HTML/CSS needed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Ideal for academic demos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00600" y="1508760"/>
            <a:ext cx="420624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20624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Flask (REST API)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2084832"/>
            <a:ext cx="3840480" cy="2514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Lightweight Python web framework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POST /predict endpoint for inference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SVM model loaded from .pkl on startup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TF-IDF vectorizer applied to input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</a:rPr>
              <a:t>Scalable for real-world deployment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Class Imbalance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Dataset is heavily skewed toward Positive reviews, causing poor Neutral class prediction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BERT Inference Speed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536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DistilBERT is slow for real-time deployment; not suitable for high-volume production use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Training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8620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Full dataset (568K records) significantly increases training and evaluation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Context Window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86207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BERT truncates reviews to 512 tokens, losing information from long reviews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7490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Domain Specificity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1879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Model trained on food reviews may not generalize well to other domains like electronics or clothing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4904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No Aspect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1879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Sentence-level classification only — aspect-based or feature-level sentiment not addressed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Future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Advanced Transformer Models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18872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Experiment with RoBERTa, ALBERT, or domain-fine-tuned BERT variants for improved accuracy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8503920" cy="685800"/>
          </a:xfrm>
          <a:prstGeom prst="rect">
            <a:avLst/>
          </a:prstGeom>
          <a:solidFill>
            <a:srgbClr val="EBF4F7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20299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568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Aspect-Based Sentiment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956816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Extract sentiments for specific product attributes like price, delivery, and quality separately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63347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27980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7249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Multilingual Support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724912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Extend model to support reviews in Hindi, Arabic, and other regional languages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401568"/>
            <a:ext cx="8503920" cy="685800"/>
          </a:xfrm>
          <a:prstGeom prst="rect">
            <a:avLst/>
          </a:prstGeom>
          <a:solidFill>
            <a:srgbClr val="EBF4F7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4930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Real-Time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493008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Build scalable REST API with load balancing for high-volume production deployment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20040" y="416966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0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1480" y="4334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</a:rPr>
              <a:t>Improve Neutral Detection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426110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Apply oversampling (SMOTE) or class weighting to better handle neutral sentiment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6EC6BE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3657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8412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ECE9"/>
                </a:solidFill>
              </a:rPr>
              <a:t>Successfully built an end-to-end sentiment classification pipeline on Amazon review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ECE9"/>
                </a:solidFill>
              </a:rPr>
              <a:t>SVM with TF-IDF achieved ~87% accuracy — strong baseline with high efficiency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ECE9"/>
                </a:solidFill>
              </a:rPr>
              <a:t>BERT (DistilBERT) outperformed SVM at ~92% due to superior contextual understanding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ECE9"/>
                </a:solidFill>
              </a:rPr>
              <a:t>Category-wise analysis showed consistent performance (83–88%) across all product types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ECE9"/>
                </a:solidFill>
              </a:rPr>
              <a:t>Neutral sentiment remains the most challenging class due to ambiguous language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CCECE9"/>
                </a:solidFill>
              </a:rPr>
              <a:t>System deployed via Streamlit/Flask for interactive real-time inference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754</Words>
  <Application>Microsoft Office PowerPoint</Application>
  <PresentationFormat>On-screen Show (16:9)</PresentationFormat>
  <Paragraphs>141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Product Reviews using NLP</dc:title>
  <dc:subject>PptxGenJS Presentation</dc:subject>
  <dc:creator>PptxGenJS</dc:creator>
  <cp:lastModifiedBy>Keerthana Vk</cp:lastModifiedBy>
  <cp:revision>5</cp:revision>
  <dcterms:created xsi:type="dcterms:W3CDTF">2026-05-12T17:23:38Z</dcterms:created>
  <dcterms:modified xsi:type="dcterms:W3CDTF">2026-05-12T17:51:44Z</dcterms:modified>
</cp:coreProperties>
</file>